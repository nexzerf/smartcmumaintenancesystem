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fastfix-cmu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954244 การวิเคราะห์และออกแบบระบบสำหรับการจัดการสมัยใหม่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ระบบแจ้งซ่อมอัจฉริยะ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มหาวิทยาลัยเชียงใหม่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3886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Smart CMU Maintenance Request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· ติดตามสถานะ · ช่างอัปเดตงาน · แดชบอร์ดผู้ดูแลระบบ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https://fastfix-cmu.vercel.app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ความเป็นมาและปัญหา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แจ้งซ่อมทุกวันนี้ ข้อมูลหาย ติดตามไม่ได้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ช่องทางกระจัดกระจาย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โทรศัพท์ กระดาษ แชต เรื่องตกหล่นและไม่มีผู้รับผิดชอบชัดเจน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ไม่มีรูป ระบุห้องไม่ชัด ช่างต้องไปสำรวจซ้ำ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ติดตามไม่ได้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ผู้แจ้งไม่รู้ความคืบหน้า ต้องโทรถามซ้ำ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แจ้งซ้ำ มอบงานไม่สมดุล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ปัญหาเดียวแจ้งหลายครั้ง งานกระจุกที่ช่างบางคน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ไม่มีการยืนยันผล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57200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ไม่รู้ว่าซ่อมหายจริงหรือไม่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046720" y="393192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21040" y="416052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321040" y="45720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ไม่มีสถิติ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21040" y="5029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ผู้บริหารวางแผนงบประมาณจากข้อมูลจริงไม่ได้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วัตถุประสงค์และขอบเขต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ระบบเดียว ตั้งแต่แจ้งจนปิดงาน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วัตถุประสงค์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แจ้งซ่อมพร้อมรูปและสถานที่ได้ภายใน 3 นาที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ติดตามสถานะแบบทันที และยืนยันผลเอง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ช่างดูงานและอัปเดตสถานะจากมือถือ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ผู้ดูแลระบบคัดกรอง มอบหมาย และดูแดชบอร์ด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ประยุกต์ใช้อไจล์ในการพัฒนาต้นแบบที่ใช้งานได้จริง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2834640"/>
          </a:xfrm>
          <a:prstGeom prst="roundRect">
            <a:avLst>
              <a:gd name="adj" fmla="val 3871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อยู่ในขอบเขต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493776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ฟังก์ชันหลัก 3 ฟังก์ชัน + แดชบอร์ดส่งออก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ข้อมูลจริง 3 วิทยาเขต 87 อาคาร 457 ห้อง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เข้าสู่ระบบแบบจำลอง CMU Account และสิทธิ์ตามบทบาท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5394960" cy="1645920"/>
          </a:xfrm>
          <a:prstGeom prst="roundRect">
            <a:avLst>
              <a:gd name="adj" fmla="val 6667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รอบถัดไป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92240" y="51206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CMU OAuth · LINE OA · AI จัดประเภท · QR Code ประจำห้อง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ผู้มีส่วนได้ส่วนเสียและผู้ใช้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บทบาท 3 อุปกรณ์หลัก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· มือถือ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ติดตาม ยืนยันผลและให้คะแนน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ใช้ไม่บ่อย ต้องเร็ว ไม่อยากอ่านคู่มือ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ช่างซ่อมบำรุง · มือถือ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แจ้งรออะไหล่ บันทึกผลพร้อมรูป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ทำงานนอกสถานที่ เดินระหว่างอาคาร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7373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21040" y="22402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เจ้าหน้าที่อาคารสถานที่ · คอมพิวเตอร์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มอบหมาย ดูแดชบอร์ด ส่งออกรายงาน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840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จัดการคำร้องจำนวนมากต่อเนื่อง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ผู้มีส่วนได้ส่วนเสียอื่น: ผู้บริหารมหาวิทยาลัย (รายงาน) · ITSC (ความปลอดภัย, CMU Account) · เจ้าหน้าที่ PDPA (ข้อมูลส่วนบุคคล)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27 รายการ จัดลำดับด้วย 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 · 10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4 ขั้น + รูป 1–3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ตรวจคำร้องซ้ำ → ติดตามแทน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ไทม์ไลน์อัปเดตทันที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ยืนยันผล + ให้ดาว / ยังไม่หาย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ประวัติ ค้นหา แจ้งซ่อมซ้ำ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· 4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งานเรียงตามความเร่งด่วน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รับงาน / รออะไหล่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บันทึกผล + รูปหลังซ่อม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โทรหาผู้แจ้งได้ทันที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ผู้ดูแลระบบ · 7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รับเรื่อง ขอข้อมูล ปฏิเสธ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มอบหมายช่างตามความถนัด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รวมคำร้องซ้ำ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 5 KPI + 5 แผนภูมิ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 / PDF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จัดการข้อมูลพื้นฐาน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ระบบ · 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เลขคำร้อง MR-YYMM-NNNN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ควบคุมลำดับสถานะ + บันทึกประวัติ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ปิดงานอัตโนมัติใน 3 วัน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ทุกบทบาท 3 (เข้าสู่ระบบ แจ้งเตือน ลืมรหัสผ่าน) · Must 19 · Should 7 · Could 1 · Won't: CMU OAuth, LINE OA, AI, QR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ความต้องการที่ไม่ใช่เชิงฟังก์ชัน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20 รายการ วัดผลได้ทุกข้อ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ความปลอดภัย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เซสชันทุกหน้า หมดเวลา 30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ตรวจสิทธิ์ฝั่งเซิร์ฟเวอร์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bcrypt + HTTPS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เบอร์โทรเห็นเฉพาะช่างที่รับงาน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PDPA ก่อนใช้งาน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DB role แยก smartcmu_app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การใช้งาน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47872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รองรับจอ 360 px + เลย์เอาต์เดสก์ท็อป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แจ้งซ่อมเสร็จใน 3 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 ≥ 44 × 44 px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WCAG 2.1 AA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ลดภาพเคลื่อนไหวได้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ประสิทธิภาพ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364224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โหลด ≤ 3 วินาทีบน 4G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รูป ≤ 1 MB อัปโหลด ~5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สถานะถึงผู้อื่นใน ≤ 5 วินาที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เซิร์ฟเวอร์สิงคโปร์ (sin1)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466344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บำรุงรักษา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80576" y="2240280"/>
            <a:ext cx="2377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ลองใหม่ได้ ข้อมูลไม่หาย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แก้ข้อมูลพื้นฐานผ่านหน้าจอ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Chrome / Safari / Edge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การประยุกต์ใช้อไจล์ (Scrum)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 รอบ ทุกรอบมีของที่สาธิตได้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607040" cy="0"/>
          </a:xfrm>
          <a:prstGeom prst="line">
            <a:avLst/>
          </a:prstGeom>
          <a:noFill/>
          <a:ln w="38100">
            <a:solidFill>
              <a:srgbClr val="E3DC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รากฐาน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ดีไซน์ซิสเต็ม ฐานข้อมูล ล็อกอิน สิทธิ์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1343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1343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4767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4767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โปรไฟล์ PDPA ฟอร์มแจ้งซ่อม คำร้องซ้ำ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2464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ติดตาม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4670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ไทม์ไลน์ realtime ประวัติ แจ้งเตือน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11496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11496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45736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45736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รายการงาน รับงาน รออะไหล่ ปิดงาน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10528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10528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44768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ผู้ดูแล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44768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ตาราง แผงจัดการ มอบหมาย ปิดงานอัตโนมัติ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909560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9560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43800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543800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KPI กราฟ Excel/PDF ข้อมูลพื้นฐาน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308592" y="1874520"/>
            <a:ext cx="548640" cy="548640"/>
          </a:xfrm>
          <a:prstGeom prst="ellipse">
            <a:avLst/>
          </a:prstGeom>
          <a:solidFill>
            <a:srgbClr val="5B2C8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085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42832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ขัดเกลา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42832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ภาพเคลื่อนไหว 360 px ความเปรียบต่าง deploy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707624" y="1874520"/>
            <a:ext cx="548640" cy="548640"/>
          </a:xfrm>
          <a:prstGeom prst="ellipse">
            <a:avLst/>
          </a:prstGeom>
          <a:solidFill>
            <a:srgbClr val="B4530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707624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0341864" y="260604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ฟีดแบ็ก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341864" y="3017520"/>
            <a:ext cx="1325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schema แยก ความเร็ว ข้อมูลจริง Figma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48640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Planning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31520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 User Story จาก Backlog ตามลำดับ MoSCoW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64992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547872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Daily Scrum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3547872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ทำอะไรเสร็จ จะทำอะไร ติดอะไร ≤ 15 นาที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181344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64224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6364224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สาธิตบนเว็บจริง เก็บฟีดแบ็กเข้า Backlog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997696" y="448056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80576" y="46177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Retrospective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9180576" y="50292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ปรับวิธีทำงาน เช่น เพิ่มสคริปต์ทดสอบเส้นทางอัตโนมัติ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การปรับปรุงจากข้อเสนอแนะ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Sprint Review → Backlog → แก้ในรอบถัดไป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3093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ข้อเสนอแนะ / ปัญหาที่พบ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สิ่งที่ปรับปรุง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2C8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หน้าคอมพิวเตอร์ยังเป็นแบบมือถือ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แยกเลย์เอาต์เดสก์ท็อป เมนูซ้าย 2 คอลัมน์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หน้าเข้าสู่ระบบเปิดเผยรหัสผ่าน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นำออก ส่งบัญชีแยกช่องทาง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ต้องแยกฐานข้อมูล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schema SmartCMU + role smartcmu_app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เปลี่ยนบัญชีแล้วเห็นข้อมูลเดิม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ปิดแคชหน้าส่วนตัว ล้างแคชเมื่อเข้า/ออก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เว็บช้า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ย้าย Vercel สิงคโปร์ เพิ่มดัชนี ลดรอบคิวรี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ข้อมูลอาคารไม่ตรงจริง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87 อาคาร 457 ห้อง · ILC-A/B/C อยู่ใน TLIC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ปุ่มสลับเพี้ยน / PDF ส่งออกไม่ได้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แก้ตำแหน่งปุ่ม รวมไฟล์ฟอนต์ pdfkit ตอน deploy</a:t>
                      </a:r>
                      <a:endParaRPr lang="en-US" sz="15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แผนภาพยูสเคส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ผู้กระทำ 27 ยูสเคส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4268" y="1325880"/>
            <a:ext cx="3886664" cy="5394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23760" y="1645920"/>
            <a:ext cx="44805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นักศึกษาและบุคลากร สืบทอดจาก "ผู้แจ้ง"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include: แจ้งซ่อม → เลือกสถานที่ + แนบรูป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ติดตามสถานะ → ยกเลิก / ตอบคำถาม / ยืนยัน / ยังไม่หาย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extend: แดชบอร์ด → ส่งออก Excel/PDF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ตัวตั้งเวลาของระบบ ปิดงานอัตโนมัติเมื่อครบ 3 วัน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โค้ด PlantUML + ไฟล์ draw.io แก้ไขต่อได้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และ งานซ่อมของช่าง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076" y="1371600"/>
            <a:ext cx="2111207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technic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677" y="1371600"/>
            <a:ext cx="2506566" cy="53492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 swimlane ผู้ใช้ / ระบบ ให้เห็นว่าใครทำอะไร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เลือกห้องแล้วตรวจคำร้องซ้ำทันที เลือกติดตามแทนได้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ข้อมูลไม่ครบ → วนให้แก้ ไม่ทำข้อมูลหาย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ช่างสลับ "รออะไหล่" ได้หลายรอบ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ปิดงานได้ต้องมีรูปหลังซ่อม + สาเหตุ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แผนภาพกิจกรรมและสถานะ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คัดกรอง → มอบหมาย → ยืนยันผล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activity-adm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573" y="1371600"/>
            <a:ext cx="2741334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activity-confi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835" y="1463040"/>
            <a:ext cx="4566651" cy="2651760"/>
          </a:xfrm>
          <a:prstGeom prst="rect">
            <a:avLst/>
          </a:prstGeom>
        </p:spPr>
      </p:pic>
      <p:pic>
        <p:nvPicPr>
          <p:cNvPr id="7" name="Image 2" descr="C:\Users\namai\OneDrive\เอกสาร\Maintenance System\report\out\diagrams\st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44" y="1371600"/>
            <a:ext cx="2693912" cy="53492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3566160" y="438912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 สถานะ ควบคุมที่ฟังก์ชันเดียวฝั่งเซิร์ฟเวอร์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ยืนยัน / ครบ 3 วัน → ปิดงาน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ยังไม่หาย → กลับไปรับเรื่องแล้ว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สถาปัตยกรรมสารสนเทศและผังการใช้งาน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แยกตามบทบาท ลึกไม่เกิน 3 ระดับ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out\diagrams\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482" y="1371600"/>
            <a:ext cx="3735195" cy="5349240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out\diagrams\user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463958"/>
            <a:ext cx="3840480" cy="51645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601200" y="1645920"/>
            <a:ext cx="22860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มือถือ: แถบเมนูล่าง ปุ่มแจ้งซ่อมตรงกลาง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เดสก์ท็อป: เมนูซ้าย รายการเดียวกัน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เส้นประ = งานส่งต่อระหว่างบทบาท</a:t>
            </a:r>
            <a:endParaRPr lang="en-US" sz="13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แจ้งซ่อม 6 หน้าจอ · ยืนยันผล 3 หน้าจอ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ผู้แจ้ง: Wireframe →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repor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712" y="1371600"/>
            <a:ext cx="9504096" cy="4937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47472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2648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Wireframe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0" y="635508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UI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โครงร่างหน้าจอและ UI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ช่าง (มือถือ) และผู้ดูแลระบบ (เดสก์ท็อป)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  <p:pic>
        <p:nvPicPr>
          <p:cNvPr id="5" name="Image 0" descr="C:\Users\namai\OneDrive\เอกสาร\Maintenance System\report\screens\slid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319644"/>
            <a:ext cx="4937760" cy="3407431"/>
          </a:xfrm>
          <a:prstGeom prst="rect">
            <a:avLst/>
          </a:prstGeom>
        </p:spPr>
      </p:pic>
      <p:pic>
        <p:nvPicPr>
          <p:cNvPr id="6" name="Image 1" descr="C:\Users\namai\OneDrive\เอกสาร\Maintenance System\report\screens\ui-admin-d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87322"/>
            <a:ext cx="6675120" cy="42720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ต้นแบบเชิงโต้ตอบ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Figma + เว็บที่ใช้งานได้จริง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หน้าจอต่อชุด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47872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ชุด: Wireframe และ UI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81344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4224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367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364224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เส้น Interaction ต่อชุด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97696" y="15544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1EBF6"/>
          </a:solidFill>
          <a:ln w="12700">
            <a:solidFill>
              <a:srgbClr val="F1EB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0576" y="16459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180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Flow: 3 บทบาท × มือถือ/เดสก์ท็อป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548640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ปลั๊กอิน Figma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296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สร้างทุกหน้าจากโค้ดเดียว ตรงกับเว็บจริงเสมอ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Present → เลือก Flow → กดใช้งานได้ทันที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หน้ายาวเลื่อนได้ ตารางมือถือเลื่อนซ้าย-ขวา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356616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เว็บต้นแบบ</a:t>
            </a:r>
            <a:endParaRPr lang="en-US" sz="180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492240" y="41605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D5FB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Next.js 15 · Supabase · Vercel (สิงคโปร์)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อัปโหลดรูปจริง แจ้งเตือนแบบทันที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ส่งออก Excel/PDF ภาษาไทย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C83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สาธิตและผลการทดสอบ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สถานการณ์สาธิตครบวงจร ผ่านทุกขั้น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185855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student01 ตั้งโปรไฟล์ + PDPA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98348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แจ้งแอร์ CAMT301 พร้อมรูป 2 รูป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173736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32520" y="164592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staff01 แจ้งซ้ำ → ติดตามแทน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3444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admin01 รับเรื่อง → มอบ tech01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8348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หน้านักศึกษาอัปเดตเองไม่ต้องรีเฟรช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046720" y="278892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97180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8732520" y="288036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tech01 รับงาน → รออะไหล่ → ซ่อมเสร็จ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23444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"ยังไม่หาย" → มอบใหม่ → ยืนยัน 5 ดาว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98348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แดชบอร์ดอัปเดต → Excel / PDF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46720" y="4023360"/>
            <a:ext cx="3520440" cy="1051560"/>
          </a:xfrm>
          <a:prstGeom prst="roundRect">
            <a:avLst>
              <a:gd name="adj" fmla="val 10435"/>
            </a:avLst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4206240"/>
            <a:ext cx="457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A4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9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732520" y="4114800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นักศึกษาเข้า /admin → ถูกพากลับ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ต่อยอด: CMU OAuth · LINE OA · QR Code ประจำห้อง · AI จัดประเภท · SLA ตามความเร่งด่วน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B2C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ขอบคุณครับ/ค่ะ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DAF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ถาม-ตอบ</a:t>
            </a:r>
            <a:endParaRPr lang="en-US" sz="24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https://fastfix-cmu.vercel.app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elawade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eelawade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ระบบแจ้งซ่อมอัจฉริยะ มหาวิทยาลัยเชียงใหม่</dc:title>
  <dc:subject>PptxGenJS Presentation</dc:subject>
  <dc:creator>PptxGenJS</dc:creator>
  <cp:lastModifiedBy>PptxGenJS</cp:lastModifiedBy>
  <cp:revision>1</cp:revision>
  <dcterms:created xsi:type="dcterms:W3CDTF">2026-09-18T15:44:01Z</dcterms:created>
  <dcterms:modified xsi:type="dcterms:W3CDTF">2026-09-18T15:44:01Z</dcterms:modified>
</cp:coreProperties>
</file>